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68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 type="screen16x9"/>
  <p:notesSz cx="5143500" cy="9144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22" userDrawn="1">
          <p15:clr>
            <a:srgbClr val="A4A3A4"/>
          </p15:clr>
        </p15:guide>
        <p15:guide id="2" orient="horz" pos="904" userDrawn="1">
          <p15:clr>
            <a:srgbClr val="A4A3A4"/>
          </p15:clr>
        </p15:guide>
        <p15:guide id="3" pos="1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 showGuides="1">
      <p:cViewPr varScale="1">
        <p:scale>
          <a:sx n="113" d="100"/>
          <a:sy n="113" d="100"/>
        </p:scale>
        <p:origin x="586" y="86"/>
      </p:cViewPr>
      <p:guideLst>
        <p:guide orient="horz" pos="622"/>
        <p:guide orient="horz" pos="904"/>
        <p:guide pos="10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gs" Target="tags/tag42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tags" Target="../tags/tag1.xml"/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/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/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id="5" name="Group 8"/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/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/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pic>
        <p:nvPicPr>
          <p:cNvPr id="8" name="Picture 7" descr="A black and white logo&#10;&#10;AI-generated content may be incorrect.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2.xml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tags" Target="../tags/tag3.xml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4.xml"/><Relationship Id="rId2" Type="http://schemas.openxmlformats.org/officeDocument/2006/relationships/image" Target="../media/image11.svg"/><Relationship Id="rId1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tags" Target="../tags/tag5.xml"/><Relationship Id="rId1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tags" Target="../tags/tag6.xml"/><Relationship Id="rId1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9" Type="http://schemas.openxmlformats.org/officeDocument/2006/relationships/notesSlide" Target="../notesSlides/notesSlide6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23.xml"/><Relationship Id="rId16" Type="http://schemas.openxmlformats.org/officeDocument/2006/relationships/tags" Target="../tags/tag22.xml"/><Relationship Id="rId15" Type="http://schemas.openxmlformats.org/officeDocument/2006/relationships/tags" Target="../tags/tag21.xml"/><Relationship Id="rId14" Type="http://schemas.openxmlformats.org/officeDocument/2006/relationships/tags" Target="../tags/tag20.xml"/><Relationship Id="rId13" Type="http://schemas.openxmlformats.org/officeDocument/2006/relationships/tags" Target="../tags/tag19.xml"/><Relationship Id="rId12" Type="http://schemas.openxmlformats.org/officeDocument/2006/relationships/tags" Target="../tags/tag18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9" Type="http://schemas.openxmlformats.org/officeDocument/2006/relationships/notesSlide" Target="../notesSlides/notesSlide7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37.xml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tags" Target="../tags/tag24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tags" Target="../tags/tag38.xml"/><Relationship Id="rId1" Type="http://schemas.openxmlformats.org/officeDocument/2006/relationships/hyperlink" Target="file:///C:\Users\mehak\Videos\Recording%202026-04-10%20173639.mp4" TargetMode="Externa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tags" Target="../tags/tag39.xml"/><Relationship Id="rId1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tags" Target="../tags/tag40.xml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/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/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/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/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/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/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/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/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/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/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/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5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  <a:endParaRPr lang="en-US" sz="1400" b="1" spc="583" dirty="0">
                <a:solidFill>
                  <a:srgbClr val="FFFFFF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854979" y="3645023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5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  <a:endParaRPr lang="en-US" sz="1000" dirty="0">
              <a:latin typeface="Arial" panose="020B0604020202020204" pitchFamily="34" charset="0"/>
              <a:ea typeface="Aileron"/>
              <a:cs typeface="Arial" panose="020B0604020202020204" pitchFamily="34" charset="0"/>
              <a:sym typeface="Aileron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854979" y="3806607"/>
            <a:ext cx="1633432" cy="260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40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Mahak Chhabra </a:t>
            </a: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  <a:sym typeface="Aileron Bold"/>
            </a:endParaRPr>
          </a:p>
        </p:txBody>
      </p:sp>
      <p:pic>
        <p:nvPicPr>
          <p:cNvPr id="50" name="Picture 49" descr="A blue circle with a person and a envelope in it&#10;&#10;AI-generated content may be incorrect."/>
          <p:cNvPicPr>
            <a:picLocks noChangeAspect="1"/>
          </p:cNvPicPr>
          <p:nvPr/>
        </p:nvPicPr>
        <p:blipFill>
          <a:blip r:embed="rId3"/>
          <a:srcRect l="26757" t="2453" r="27842" b="53701"/>
          <a:stretch>
            <a:fillRect/>
          </a:stretch>
        </p:blipFill>
        <p:spPr>
          <a:xfrm>
            <a:off x="429808" y="3639905"/>
            <a:ext cx="395331" cy="381795"/>
          </a:xfrm>
          <a:prstGeom prst="rect">
            <a:avLst/>
          </a:prstGeom>
        </p:spPr>
      </p:pic>
      <p:sp>
        <p:nvSpPr>
          <p:cNvPr id="41" name="TextBox 41"/>
          <p:cNvSpPr txBox="1"/>
          <p:nvPr/>
        </p:nvSpPr>
        <p:spPr>
          <a:xfrm>
            <a:off x="3176086" y="3642226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5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  <a:endParaRPr lang="en-US" sz="1000" dirty="0">
              <a:latin typeface="Arial" panose="020B0604020202020204" pitchFamily="34" charset="0"/>
              <a:ea typeface="Aileron"/>
              <a:cs typeface="Arial" panose="020B0604020202020204" pitchFamily="34" charset="0"/>
              <a:sym typeface="Aileron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3176270" y="3803650"/>
            <a:ext cx="2495550" cy="260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040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mehakchhabra2805@gmail.com</a:t>
            </a: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  <a:sym typeface="Aileron Bold"/>
            </a:endParaRPr>
          </a:p>
        </p:txBody>
      </p:sp>
      <p:pic>
        <p:nvPicPr>
          <p:cNvPr id="51" name="Picture 50" descr="A blue circle with a person and a envelope in it&#10;&#10;AI-generated content may be incorrect."/>
          <p:cNvPicPr>
            <a:picLocks noChangeAspect="1"/>
          </p:cNvPicPr>
          <p:nvPr/>
        </p:nvPicPr>
        <p:blipFill>
          <a:blip r:embed="rId3"/>
          <a:srcRect l="26859" t="52379" r="26874" b="2349"/>
          <a:stretch>
            <a:fillRect/>
          </a:stretch>
        </p:blipFill>
        <p:spPr>
          <a:xfrm>
            <a:off x="2747249" y="3631981"/>
            <a:ext cx="398279" cy="389719"/>
          </a:xfrm>
          <a:prstGeom prst="rect">
            <a:avLst/>
          </a:prstGeom>
        </p:spPr>
      </p:pic>
      <p:grpSp>
        <p:nvGrpSpPr>
          <p:cNvPr id="66" name="Group 65"/>
          <p:cNvGrpSpPr/>
          <p:nvPr/>
        </p:nvGrpSpPr>
        <p:grpSpPr>
          <a:xfrm>
            <a:off x="860459" y="4337076"/>
            <a:ext cx="2272871" cy="422569"/>
            <a:chOff x="3139699" y="4295282"/>
            <a:chExt cx="2272871" cy="422569"/>
          </a:xfrm>
        </p:grpSpPr>
        <p:sp>
          <p:nvSpPr>
            <p:cNvPr id="67" name="TextBox 41"/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5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  <a:endPara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endParaRPr>
            </a:p>
          </p:txBody>
        </p:sp>
        <p:sp>
          <p:nvSpPr>
            <p:cNvPr id="68" name="TextBox 43"/>
            <p:cNvSpPr txBox="1"/>
            <p:nvPr/>
          </p:nvSpPr>
          <p:spPr>
            <a:xfrm>
              <a:off x="3139699" y="4456866"/>
              <a:ext cx="2272871" cy="2609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40"/>
                </a:lnSpc>
              </a:pP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Umamaheshwari 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/>
          <p:cNvPicPr>
            <a:picLocks noChangeAspect="1"/>
          </p:cNvPicPr>
          <p:nvPr/>
        </p:nvPicPr>
        <p:blipFill>
          <a:blip r:embed="rId4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/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/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</p:spPr>
        <p:txBody>
          <a:bodyPr/>
          <a:lstStyle/>
          <a:p>
            <a:endParaRPr lang="en-IN"/>
          </a:p>
        </p:txBody>
      </p:sp>
      <p:sp>
        <p:nvSpPr>
          <p:cNvPr id="32" name="Shape 8"/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</p:spPr>
        <p:txBody>
          <a:bodyPr/>
          <a:lstStyle/>
          <a:p>
            <a:endParaRPr lang="en-IN"/>
          </a:p>
        </p:txBody>
      </p:sp>
      <p:sp>
        <p:nvSpPr>
          <p:cNvPr id="33" name="Shape 9"/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</p:spPr>
        <p:txBody>
          <a:bodyPr/>
          <a:lstStyle/>
          <a:p>
            <a:endParaRPr lang="en-IN"/>
          </a:p>
        </p:txBody>
      </p:sp>
      <p:sp>
        <p:nvSpPr>
          <p:cNvPr id="39" name="Shape 9"/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</p:spPr>
        <p:txBody>
          <a:bodyPr/>
          <a:lstStyle/>
          <a:p>
            <a:endParaRPr lang="en-IN"/>
          </a:p>
        </p:txBody>
      </p:sp>
      <p:pic>
        <p:nvPicPr>
          <p:cNvPr id="46" name="Picture 45"/>
          <p:cNvPicPr>
            <a:picLocks noChangeAspect="1"/>
          </p:cNvPicPr>
          <p:nvPr/>
        </p:nvPicPr>
        <p:blipFill>
          <a:blip r:embed="rId7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  <a:endParaRPr lang="en-IN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  <p:pic>
        <p:nvPicPr>
          <p:cNvPr id="25" name="Picture 24" descr="A screen shot of a computer&#10;&#10;AI-generated content may be incorrect."/>
          <p:cNvPicPr>
            <a:picLocks noChangeAspect="1"/>
          </p:cNvPicPr>
          <p:nvPr/>
        </p:nvPicPr>
        <p:blipFill>
          <a:blip r:embed="rId1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5240" y="1082801"/>
            <a:ext cx="5002346" cy="3374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Project on </a:t>
            </a:r>
            <a:r>
              <a:rPr lang="en-US" sz="1800" b="1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Payroll Data Analysis using Power BI with Copilot</a:t>
            </a: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.</a:t>
            </a:r>
            <a:endParaRPr lang="en-US" sz="1800" dirty="0">
              <a:solidFill>
                <a:schemeClr val="tx1"/>
              </a:solidFill>
              <a:effectLst/>
              <a:latin typeface="Lato" panose="020F0502020204030203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Cleaned and Transformed raw payroll data .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Created KPIs and interactive dashboard.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Used Copilot for AI- assisted insights and automation.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Generated key insights on salary,bonus,and deductions.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Improved accuracy, efficiency,and decision making.</a:t>
            </a: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  <p:sp>
        <p:nvSpPr>
          <p:cNvPr id="2" name="Freeform 28"/>
          <p:cNvSpPr/>
          <p:nvPr/>
        </p:nvSpPr>
        <p:spPr>
          <a:xfrm>
            <a:off x="5814470" y="1082801"/>
            <a:ext cx="3070450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8151" y="873760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5240" y="1082801"/>
            <a:ext cx="4762910" cy="365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Payroll data contains errors and inconsistencies.</a:t>
            </a:r>
            <a:endParaRPr lang="en-US" dirty="0">
              <a:solidFill>
                <a:schemeClr val="tx1"/>
              </a:solidFill>
              <a:effectLst/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Issues like duplicate records and incorrect formats.</a:t>
            </a: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unstructured data(bonus,overtime,deductions).</a:t>
            </a: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Manual analysis is time-consuming and error prone.</a:t>
            </a: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Lack of clear insights for decision making</a:t>
            </a: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Need for automated and AI -assisted data analysis.</a:t>
            </a: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046013"/>
            <a:ext cx="4416154" cy="3474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Use Power BI for data analysis and visualization 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Clean and transform raw payroll data into structured format.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Remove duplicates and standardize data fields.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Create KPIs using DAX measures 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Build an interactive dashboard for insights.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Integrate Microsoft Copilot for AI assisted analysis 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Automate insight generation and improve decision making.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>
            <p:custDataLst>
              <p:tags r:id="rId1"/>
            </p:custDataLst>
          </p:nvPr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>
            <p:custDataLst>
              <p:tags r:id="rId2"/>
            </p:custDataLst>
          </p:nvPr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>
            <p:custDataLst>
              <p:tags r:id="rId3"/>
            </p:custDataLst>
          </p:nvPr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>
            <p:custDataLst>
              <p:tags r:id="rId4"/>
            </p:custDataLst>
          </p:nvPr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Data sourced from Kaggle (Employee Payroll Data )contains employee details like employee ID, department,Salary, Bonus, overtime.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>
            <p:custDataLst>
              <p:tags r:id="rId5"/>
            </p:custDataLst>
          </p:nvPr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>
            <p:custDataLst>
              <p:tags r:id="rId6"/>
            </p:custDataLst>
          </p:nvPr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>
            <p:custDataLst>
              <p:tags r:id="rId7"/>
            </p:custDataLst>
          </p:nvPr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>
            <p:custDataLst>
              <p:tags r:id="rId8"/>
            </p:custDataLst>
          </p:nvPr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Removed Duplicates, Converted salary field into numeric format,standardized department names,created KPIs using DAX measures.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>
            <p:custDataLst>
              <p:tags r:id="rId9"/>
            </p:custDataLst>
          </p:nvPr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>
            <p:custDataLst>
              <p:tags r:id="rId10"/>
            </p:custDataLst>
          </p:nvPr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>
            <p:custDataLst>
              <p:tags r:id="rId11"/>
            </p:custDataLst>
          </p:nvPr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>
            <p:custDataLst>
              <p:tags r:id="rId12"/>
            </p:custDataLst>
          </p:nvPr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Used Microsoft Copilot for AI assistance. 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>
            <p:custDataLst>
              <p:tags r:id="rId13"/>
            </p:custDataLst>
          </p:nvPr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>
            <p:custDataLst>
              <p:tags r:id="rId14"/>
            </p:custDataLst>
          </p:nvPr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>
            <p:custDataLst>
              <p:tags r:id="rId15"/>
            </p:custDataLst>
          </p:nvPr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>
            <p:custDataLst>
              <p:tags r:id="rId16"/>
            </p:custDataLst>
          </p:nvPr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Developed Interactive Power BI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Displayed key metrics, used charts and enabled better decision making through visualization. 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7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>
            <p:custDataLst>
              <p:tags r:id="rId1"/>
            </p:custDataLst>
          </p:nvPr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>
            <p:custDataLst>
              <p:tags r:id="rId2"/>
            </p:custDataLst>
          </p:nvPr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Demo 1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[Add description of Demo 1 here — what this demo shows, key features, and results achieved.]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>
            <p:custDataLst>
              <p:tags r:id="rId5"/>
            </p:custDataLst>
          </p:nvPr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>
            <p:custDataLst>
              <p:tags r:id="rId6"/>
            </p:custDataLst>
          </p:nvPr>
        </p:nvSpPr>
        <p:spPr>
          <a:xfrm>
            <a:off x="3218688" y="2196877"/>
            <a:ext cx="2788920" cy="2651760"/>
          </a:xfrm>
          <a:prstGeom prst="rect">
            <a:avLst/>
          </a:prstGeom>
          <a:solidFill>
            <a:srgbClr val="FDF3ED"/>
          </a:solidFill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>
            <p:custDataLst>
              <p:tags r:id="rId7"/>
            </p:custDataLst>
          </p:nvPr>
        </p:nvSpPr>
        <p:spPr>
          <a:xfrm>
            <a:off x="3218688" y="2413802"/>
            <a:ext cx="27889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Demo 2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>
            <p:custDataLst>
              <p:tags r:id="rId8"/>
            </p:custDataLst>
          </p:nvPr>
        </p:nvSpPr>
        <p:spPr>
          <a:xfrm>
            <a:off x="3355848" y="2919838"/>
            <a:ext cx="25146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[Add description of Demo 2 here — what this demo shows, key features, and results achieved.]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>
            <p:custDataLst>
              <p:tags r:id="rId9"/>
            </p:custDataLst>
          </p:nvPr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>
            <p:custDataLst>
              <p:tags r:id="rId10"/>
            </p:custDataLst>
          </p:nvPr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>
            <p:custDataLst>
              <p:tags r:id="rId11"/>
            </p:custDataLst>
          </p:nvPr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Demo 3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>
            <p:custDataLst>
              <p:tags r:id="rId12"/>
            </p:custDataLst>
          </p:nvPr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[Add description of Demo 3 here — what this demo shows, key features, and results achieved.]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Screenshot 2026-03-31 191510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3281680" y="2334260"/>
            <a:ext cx="2663825" cy="2216785"/>
          </a:xfrm>
          <a:prstGeom prst="rect">
            <a:avLst/>
          </a:prstGeom>
        </p:spPr>
      </p:pic>
      <p:pic>
        <p:nvPicPr>
          <p:cNvPr id="2" name="Picture 1" descr="Screenshot 2026-04-05 18383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9985" y="2278380"/>
            <a:ext cx="2655570" cy="2467610"/>
          </a:xfrm>
          <a:prstGeom prst="rect">
            <a:avLst/>
          </a:prstGeom>
        </p:spPr>
      </p:pic>
      <p:pic>
        <p:nvPicPr>
          <p:cNvPr id="5" name="Picture 4" descr="Screenshot 2026-04-03 134258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8610" y="2413635"/>
            <a:ext cx="2701925" cy="2137410"/>
          </a:xfrm>
          <a:prstGeom prst="rect">
            <a:avLst/>
          </a:prstGeom>
        </p:spPr>
      </p:pic>
    </p:spTree>
    <p:custDataLst>
      <p:tags r:id="rId17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E0E0E0"/>
          </a:solidFill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777240"/>
            <a:ext cx="164592" cy="164592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60120" y="777240"/>
            <a:ext cx="164592" cy="164592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390015" y="768350"/>
            <a:ext cx="4992370" cy="2914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]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en-US" sz="1100" dirty="0">
                <a:hlinkClick r:id="rId1" tooltip="" action="ppaction://hlinkfile"/>
              </a:rPr>
              <a:t>https://drive.google.com/file/d/1IoRdYPM15DUBdmCSKQcwu0rwBbQrw0fJ/view?usp=sharing</a:t>
            </a:r>
            <a:endParaRPr lang="en-US" altLang="en-US" sz="1100" dirty="0"/>
          </a:p>
        </p:txBody>
      </p:sp>
    </p:spTree>
    <p:custDataLst>
      <p:tags r:id="rId2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3474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Successfully cleaned and transformed payroll data.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Developed interactive dashboard using Power BI.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Generated key insights on salary,bonus and deductions.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Microsoft Copilot improved efficiency and automation.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Supports better and faster business decision making.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/>
          <p:cNvPicPr>
            <a:picLocks noChangeAspect="1"/>
          </p:cNvPicPr>
          <p:nvPr/>
        </p:nvPicPr>
        <p:blipFill>
          <a:blip r:embed="rId1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Integration with real time payroll systems.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Implementation of predictive analytics 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AI based anomaly detection models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Development of automated Payroll monitoring dashboards.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Integration with ERP systems.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635" y="879613"/>
            <a:ext cx="4512365" cy="3384274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 panose="020F0502020204030204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 panose="020F0502020204030204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 panose="020F0502020204030204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/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5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  <a:endParaRPr lang="en-US" sz="5000" b="1" dirty="0">
              <a:solidFill>
                <a:srgbClr val="0D358D"/>
              </a:solidFill>
              <a:latin typeface="Lato" panose="020F0502020204030203" pitchFamily="34" charset="0"/>
              <a:ea typeface="Aileron Ultra-Bold"/>
              <a:cs typeface="Arial" panose="020B0604020202020204" pitchFamily="34" charset="0"/>
              <a:sym typeface="Aileron Ultra-Bold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ARTICULATE_SLIDE_THUMBNAIL_REFRESH" val="1"/>
</p:tagLst>
</file>

<file path=ppt/tags/tag2.xml><?xml version="1.0" encoding="utf-8"?>
<p:tagLst xmlns:p="http://schemas.openxmlformats.org/presentationml/2006/main">
  <p:tag name="ARTICULATE_SLIDE_THUMBNAIL_REFRESH" val="1"/>
</p:tagLst>
</file>

<file path=ppt/tags/tag3.xml><?xml version="1.0" encoding="utf-8"?>
<p:tagLst xmlns:p="http://schemas.openxmlformats.org/presentationml/2006/main">
  <p:tag name="ARTICULATE_SLIDE_THUMBNAIL_REFRESH" val="1"/>
</p:tagLst>
</file>

<file path=ppt/tags/tag4.xml><?xml version="1.0" encoding="utf-8"?>
<p:tagLst xmlns:p="http://schemas.openxmlformats.org/presentationml/2006/main">
  <p:tag name="ARTICULATE_SLIDE_THUMBNAIL_REFRESH" val="1"/>
</p:tagLst>
</file>

<file path=ppt/tags/tag5.xml><?xml version="1.0" encoding="utf-8"?>
<p:tagLst xmlns:p="http://schemas.openxmlformats.org/presentationml/2006/main">
  <p:tag name="ARTICULATE_SLIDE_THUMBNAIL_REFRESH" val="1"/>
</p:tagLst>
</file>

<file path=ppt/tags/tag6.xml><?xml version="1.0" encoding="utf-8"?>
<p:tagLst xmlns:p="http://schemas.openxmlformats.org/presentationml/2006/main">
  <p:tag name="ARTICULATE_SLIDE_THUMBNAIL_REFRESH" val="1"/>
</p:tagLst>
</file>

<file path=ppt/tags/tag7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8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9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10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11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12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13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14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15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16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17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18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19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20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21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22.xml><?xml version="1.0" encoding="utf-8"?>
<p:tagLst xmlns:p="http://schemas.openxmlformats.org/presentationml/2006/main">
  <p:tag name="KSO_WM_DIAGRAM_VIRTUALLY_FRAME" val="{&quot;height&quot;:265.55716535433066,&quot;left&quot;:18.536062992125984,&quot;top&quot;:97.88976377952756,&quot;width&quot;:684}"/>
</p:tagLst>
</file>

<file path=ppt/tags/tag23.xml><?xml version="1.0" encoding="utf-8"?>
<p:tagLst xmlns:p="http://schemas.openxmlformats.org/presentationml/2006/main">
  <p:tag name="ARTICULATE_SLIDE_THUMBNAIL_REFRESH" val="1"/>
</p:tagLst>
</file>

<file path=ppt/tags/tag24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25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26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27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28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29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30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31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32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33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34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35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36.xml><?xml version="1.0" encoding="utf-8"?>
<p:tagLst xmlns:p="http://schemas.openxmlformats.org/presentationml/2006/main">
  <p:tag name="KSO_WM_DIAGRAM_VIRTUALLY_FRAME" val="{&quot;height&quot;:252.28362204724408,&quot;left&quot;:21.6,&quot;top&quot;:129.7824409448819,&quot;width&quot;:692.65}"/>
</p:tagLst>
</file>

<file path=ppt/tags/tag37.xml><?xml version="1.0" encoding="utf-8"?>
<p:tagLst xmlns:p="http://schemas.openxmlformats.org/presentationml/2006/main">
  <p:tag name="ARTICULATE_SLIDE_THUMBNAIL_REFRESH" val="1"/>
</p:tagLst>
</file>

<file path=ppt/tags/tag38.xml><?xml version="1.0" encoding="utf-8"?>
<p:tagLst xmlns:p="http://schemas.openxmlformats.org/presentationml/2006/main">
  <p:tag name="ARTICULATE_SLIDE_THUMBNAIL_REFRESH" val="1"/>
</p:tagLst>
</file>

<file path=ppt/tags/tag39.xml><?xml version="1.0" encoding="utf-8"?>
<p:tagLst xmlns:p="http://schemas.openxmlformats.org/presentationml/2006/main">
  <p:tag name="ARTICULATE_SLIDE_THUMBNAIL_REFRESH" val="1"/>
</p:tagLst>
</file>

<file path=ppt/tags/tag40.xml><?xml version="1.0" encoding="utf-8"?>
<p:tagLst xmlns:p="http://schemas.openxmlformats.org/presentationml/2006/main">
  <p:tag name="ARTICULATE_SLIDE_THUMBNAIL_REFRESH" val="1"/>
</p:tagLst>
</file>

<file path=ppt/tags/tag41.xml><?xml version="1.0" encoding="utf-8"?>
<p:tagLst xmlns:p="http://schemas.openxmlformats.org/presentationml/2006/main">
  <p:tag name="ARTICULATE_SLIDE_THUMBNAIL_REFRESH" val="1"/>
</p:tagLst>
</file>

<file path=ppt/tags/tag42.xml><?xml version="1.0" encoding="utf-8"?>
<p:tagLst xmlns:p="http://schemas.openxmlformats.org/presentationml/2006/main">
  <p:tag name="ARTICULATE_DESIGN_ID_OFFICE THEME" val="ROGxgyxs"/>
  <p:tag name="ARTICULATE_PROJECT_OPEN" val="0"/>
  <p:tag name="ARTICULATE_SLIDE_COUNT" val="1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2826</Words>
  <Application>WPS Presentation</Application>
  <PresentationFormat>On-screen Show (16:9)</PresentationFormat>
  <Paragraphs>120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8" baseType="lpstr">
      <vt:lpstr>Arial</vt:lpstr>
      <vt:lpstr>SimSun</vt:lpstr>
      <vt:lpstr>Wingdings</vt:lpstr>
      <vt:lpstr>Aileron Bold</vt:lpstr>
      <vt:lpstr>Segoe Print</vt:lpstr>
      <vt:lpstr>Aileron</vt:lpstr>
      <vt:lpstr>Lato</vt:lpstr>
      <vt:lpstr>Calibri</vt:lpstr>
      <vt:lpstr>Calibri</vt:lpstr>
      <vt:lpstr>Times New Roman</vt:lpstr>
      <vt:lpstr>Open Sans</vt:lpstr>
      <vt:lpstr>Calibri</vt:lpstr>
      <vt:lpstr>Calibri</vt:lpstr>
      <vt:lpstr>Aileron Ultra-Bold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creator>PptxGenJS</dc:creator>
  <dc:subject>PptxGenJS Presentation</dc:subject>
  <cp:lastModifiedBy>Mehak Chhabra</cp:lastModifiedBy>
  <cp:revision>29</cp:revision>
  <dcterms:created xsi:type="dcterms:W3CDTF">2026-02-18T09:17:00Z</dcterms:created>
  <dcterms:modified xsi:type="dcterms:W3CDTF">2026-04-10T13:50:39Z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  <property fmtid="{D5CDD505-2E9C-101B-9397-08002B2CF9AE}" pid="4" name="ICV">
    <vt:lpwstr>B2F2DC2B9651450C92EF9C7B801AF13D_12</vt:lpwstr>
  </property>
  <property fmtid="{D5CDD505-2E9C-101B-9397-08002B2CF9AE}" pid="5" name="KSOProductBuildVer">
    <vt:lpwstr>1033-12.2.0.23196</vt:lpwstr>
  </property>
</Properties>
</file>