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6" userDrawn="1">
          <p15:clr>
            <a:srgbClr val="A4A3A4"/>
          </p15:clr>
        </p15:guide>
        <p15:guide id="2" orient="horz" pos="904" userDrawn="1">
          <p15:clr>
            <a:srgbClr val="A4A3A4"/>
          </p15:clr>
        </p15:guide>
        <p15:guide id="3" pos="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13" d="100"/>
          <a:sy n="113" d="100"/>
        </p:scale>
        <p:origin x="586" y="86"/>
      </p:cViewPr>
      <p:guideLst>
        <p:guide orient="horz" pos="696"/>
        <p:guide orient="horz" pos="904"/>
        <p:guide pos="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4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tags" Target="../tags/tag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8"/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8" name="Picture 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6.xml"/><Relationship Id="rId13" Type="http://schemas.openxmlformats.org/officeDocument/2006/relationships/image" Target="../media/image14.png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8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9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/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/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/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/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/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/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/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5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  <a:endParaRPr lang="en-US" sz="1400" b="1" spc="583" dirty="0">
                <a:solidFill>
                  <a:srgbClr val="FFFFFF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54979" y="3806607"/>
            <a:ext cx="1633432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Mahak Chhabra 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176270" y="3803650"/>
            <a:ext cx="2495550" cy="260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mehakchhabra2805@gmail.com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/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5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/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0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Guide Name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/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8"/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9"/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9"/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  <a:endParaRPr lang="en-IN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240" y="1082801"/>
            <a:ext cx="5002346" cy="337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Project on </a:t>
            </a:r>
            <a:r>
              <a:rPr lang="en-US" sz="1800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Payroll Data Analysis using Power BI with Copilot</a:t>
            </a: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endParaRPr lang="en-US" sz="1800" dirty="0">
              <a:solidFill>
                <a:schemeClr val="tx1"/>
              </a:solidFill>
              <a:effectLst/>
              <a:latin typeface="Lato" panose="020F0502020204030203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Cleaned and Transformed raw payroll data 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Created KPIs and interactive dashboard.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Used Copilot for AI- assisted insights and automation.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Generated key insights on salary,bonus,and deductions.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Improved accuracy, efficiency,and decision making.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/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240" y="1082801"/>
            <a:ext cx="4762910" cy="365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Payroll data contains errors and inconsistencies.</a:t>
            </a:r>
            <a:endParaRPr lang="en-US" dirty="0">
              <a:solidFill>
                <a:schemeClr val="tx1"/>
              </a:solidFill>
              <a:effectLst/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Issues like duplicate records and incorrect formats.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unstructured data(bonus,overtime,deductions).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Manual analysis is time-consuming and error prone.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Lack of clear insights for decision making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Need for automated and AI -assisted data analysis.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Use Power BI for data analysis and visualization 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Clean and transform raw payroll data into structured format.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Remove duplicates and standardize data fields.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Create KPIs using DAX measures 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Build an interactive dashboard for insights.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Integrate Microsoft Copilot for AI assisted analysis 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Automate insight generation and improve decision making.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Data sourced from Kaggle (Employee Payroll Data )contains employee details like employee ID, department,Salary, Bonus, overtime.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Removed Duplicates, Converted salary field into numeric format,standardized department names,created KPIs using DAX measures.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Used Microsoft Copilot for AI assistance.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Developed Interactive Power BI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Displayed key metrics, used charts and enabled better decision making through visualization.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1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>
            <p:custDataLst>
              <p:tags r:id="rId9"/>
            </p:custDataLst>
          </p:nvPr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Screenshot 2026-03-31 1915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1095" y="2413635"/>
            <a:ext cx="2663825" cy="221678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Successfully cleaned and transformed payroll data.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Developed interactive dashboard using Power BI.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Generated key insights on salary,bonus and deductions.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Microsoft Copilot improved efficiency and automation.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Supports better and faster business decision making.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Integration with real time payroll systems.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Implementation of predictive analytics 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AI based anomaly detection models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Development of automated Payroll monitoring dashboards.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Integration with ERP systems.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5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  <a:endParaRPr lang="en-US" sz="5000" b="1" dirty="0">
              <a:solidFill>
                <a:srgbClr val="0D358D"/>
              </a:solidFill>
              <a:latin typeface="Lato" panose="020F0502020204030203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8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9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0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1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2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3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4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5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6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7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8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9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20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21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22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23.xml><?xml version="1.0" encoding="utf-8"?>
<p:tagLst xmlns:p="http://schemas.openxmlformats.org/presentationml/2006/main">
  <p:tag name="ARTICULATE_SLIDE_THUMBNAIL_REFRESH" val="1"/>
</p:tagLst>
</file>

<file path=ppt/tags/tag24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5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6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7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8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9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0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1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2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3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4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5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6.xml><?xml version="1.0" encoding="utf-8"?>
<p:tagLst xmlns:p="http://schemas.openxmlformats.org/presentationml/2006/main">
  <p:tag name="ARTICULATE_SLIDE_THUMBNAIL_REFRESH" val="1"/>
</p:tagLst>
</file>

<file path=ppt/tags/tag37.xml><?xml version="1.0" encoding="utf-8"?>
<p:tagLst xmlns:p="http://schemas.openxmlformats.org/presentationml/2006/main">
  <p:tag name="ARTICULATE_SLIDE_THUMBNAIL_REFRESH" val="1"/>
</p:tagLst>
</file>

<file path=ppt/tags/tag38.xml><?xml version="1.0" encoding="utf-8"?>
<p:tagLst xmlns:p="http://schemas.openxmlformats.org/presentationml/2006/main">
  <p:tag name="ARTICULATE_SLIDE_THUMBNAIL_REFRESH" val="1"/>
</p:tagLst>
</file>

<file path=ppt/tags/tag39.xml><?xml version="1.0" encoding="utf-8"?>
<p:tagLst xmlns:p="http://schemas.openxmlformats.org/presentationml/2006/main">
  <p:tag name="ARTICULATE_SLIDE_THUMBNAIL_REFRESH" val="1"/>
</p:tagLst>
</file>

<file path=ppt/tags/tag40.xml><?xml version="1.0" encoding="utf-8"?>
<p:tagLst xmlns:p="http://schemas.openxmlformats.org/presentationml/2006/main">
  <p:tag name="ARTICULATE_SLIDE_THUMBNAIL_REFRESH" val="1"/>
</p:tagLst>
</file>

<file path=ppt/tags/tag41.xml><?xml version="1.0" encoding="utf-8"?>
<p:tagLst xmlns:p="http://schemas.openxmlformats.org/presentationml/2006/main">
  <p:tag name="ARTICULATE_DESIGN_ID_OFFICE THEME" val="ROGxgyxs"/>
  <p:tag name="ARTICULATE_PROJECT_OPEN" val="0"/>
  <p:tag name="ARTICULATE_SLIDE_COUNT" val="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2848</Words>
  <Application>WPS Presentation</Application>
  <PresentationFormat>On-screen Show (16:9)</PresentationFormat>
  <Paragraphs>121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Aileron Bold</vt:lpstr>
      <vt:lpstr>Segoe Print</vt:lpstr>
      <vt:lpstr>Aileron</vt:lpstr>
      <vt:lpstr>Lato</vt:lpstr>
      <vt:lpstr>Calibri</vt:lpstr>
      <vt:lpstr>Calibri</vt:lpstr>
      <vt:lpstr>Times New Roman</vt:lpstr>
      <vt:lpstr>Open Sans</vt:lpstr>
      <vt:lpstr>Calibri</vt:lpstr>
      <vt:lpstr>Calibri</vt:lpstr>
      <vt:lpstr>Aileron Ultra-Bold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creator>PptxGenJS</dc:creator>
  <dc:subject>PptxGenJS Presentation</dc:subject>
  <cp:lastModifiedBy>Mehak Chhabra</cp:lastModifiedBy>
  <cp:revision>27</cp:revision>
  <dcterms:created xsi:type="dcterms:W3CDTF">2026-02-18T09:17:00Z</dcterms:created>
  <dcterms:modified xsi:type="dcterms:W3CDTF">2026-04-03T08:04:52Z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  <property fmtid="{D5CDD505-2E9C-101B-9397-08002B2CF9AE}" pid="4" name="ICV">
    <vt:lpwstr>B2F2DC2B9651450C92EF9C7B801AF13D_12</vt:lpwstr>
  </property>
  <property fmtid="{D5CDD505-2E9C-101B-9397-08002B2CF9AE}" pid="5" name="KSOProductBuildVer">
    <vt:lpwstr>1033-12.2.0.23196</vt:lpwstr>
  </property>
</Properties>
</file>